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5"/>
  </p:notesMasterIdLst>
  <p:sldIdLst>
    <p:sldId id="256" r:id="rId2"/>
    <p:sldId id="267" r:id="rId3"/>
    <p:sldId id="285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50"/>
    <p:restoredTop sz="94762"/>
  </p:normalViewPr>
  <p:slideViewPr>
    <p:cSldViewPr snapToGrid="0">
      <p:cViewPr varScale="1">
        <p:scale>
          <a:sx n="116" d="100"/>
          <a:sy n="116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5A381-7B0D-FA47-B45A-5742BCADC56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6FC0-9A52-EA4E-A147-2C8518D5A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38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1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7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8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1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CC6876-C5F6-C848-9706-E462062BCA22}" type="datetimeFigureOut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B77E-FA52-D8E1-77B9-CC6A6D1EC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1827"/>
            <a:ext cx="9144000" cy="1014346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72841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68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C4E3-3DA9-31CF-6AE3-F39485ED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13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2119</TotalTime>
  <Words>3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Title Goes Here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Rento Saijo</dc:creator>
  <cp:lastModifiedBy>Rento Saijo</cp:lastModifiedBy>
  <cp:revision>33</cp:revision>
  <dcterms:created xsi:type="dcterms:W3CDTF">2025-10-15T20:32:50Z</dcterms:created>
  <dcterms:modified xsi:type="dcterms:W3CDTF">2026-03-24T03:04:15Z</dcterms:modified>
</cp:coreProperties>
</file>